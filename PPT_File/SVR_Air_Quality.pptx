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>
        <p:scale>
          <a:sx n="66" d="100"/>
          <a:sy n="66" d="100"/>
        </p:scale>
        <p:origin x="4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7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3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96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08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5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91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95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88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80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BE408-6F13-40F4-B89F-49451BBFEA9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4F86919-82BE-4D65-9D78-9635662BCD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15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F5D0-83D7-4334-A057-DC6688953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Air Quality Prediction Using Support Vector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09D63-65BE-4649-9068-370B8013B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en-US" dirty="0"/>
              <a:t>Santhosh Kumar </a:t>
            </a:r>
          </a:p>
          <a:p>
            <a:pPr algn="l"/>
            <a:r>
              <a:rPr lang="en-US" dirty="0"/>
              <a:t>     Data Science &amp; Analyst Enthusiast</a:t>
            </a:r>
          </a:p>
        </p:txBody>
      </p:sp>
    </p:spTree>
    <p:extLst>
      <p:ext uri="{BB962C8B-B14F-4D97-AF65-F5344CB8AC3E}">
        <p14:creationId xmlns:p14="http://schemas.microsoft.com/office/powerpoint/2010/main" val="338400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CD7E-A222-47DE-BBF3-A6A9DE93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24444-4FB7-4979-95AC-214B3F93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Air quality monitoring relies on expensive reference instruments</a:t>
            </a:r>
          </a:p>
          <a:p>
            <a:endParaRPr lang="en-US" dirty="0"/>
          </a:p>
          <a:p>
            <a:r>
              <a:rPr lang="en-US" dirty="0"/>
              <a:t>Low-cost sensors provide indirect and noisy measurements</a:t>
            </a:r>
          </a:p>
          <a:p>
            <a:endParaRPr lang="en-US" dirty="0"/>
          </a:p>
          <a:p>
            <a:r>
              <a:rPr lang="en-US" dirty="0"/>
              <a:t>Direct sensor readings cannot reliably estimate pollutant concentration</a:t>
            </a:r>
          </a:p>
          <a:p>
            <a:endParaRPr lang="en-US" dirty="0"/>
          </a:p>
          <a:p>
            <a:r>
              <a:rPr lang="en-US" dirty="0"/>
              <a:t>Objective: Evaluate whether SVR can map sensor signals to ground-truth pollutant values</a:t>
            </a:r>
          </a:p>
          <a:p>
            <a:endParaRPr lang="en-US" dirty="0"/>
          </a:p>
          <a:p>
            <a:r>
              <a:rPr lang="en-US" dirty="0"/>
              <a:t>Emphasis on both model performance and practical limitations</a:t>
            </a:r>
          </a:p>
        </p:txBody>
      </p:sp>
    </p:spTree>
    <p:extLst>
      <p:ext uri="{BB962C8B-B14F-4D97-AF65-F5344CB8AC3E}">
        <p14:creationId xmlns:p14="http://schemas.microsoft.com/office/powerpoint/2010/main" val="19533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6024-A24B-49B9-BBE1-ADF1DDF9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2B02F-D9E4-47E9-B8C0-1A3228CA6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Dataset: UCI Air Quality Dataset (open source: Kaggle website)</a:t>
            </a:r>
          </a:p>
          <a:p>
            <a:endParaRPr lang="en-US" dirty="0"/>
          </a:p>
          <a:p>
            <a:r>
              <a:rPr lang="en-US" dirty="0"/>
              <a:t>Pollutants analyzed: CO, NOx, NO2, Benzene (C6H6)</a:t>
            </a:r>
          </a:p>
          <a:p>
            <a:endParaRPr lang="en-US" dirty="0"/>
          </a:p>
          <a:p>
            <a:r>
              <a:rPr lang="en-US" dirty="0"/>
              <a:t>Ground Truth values from reference-grade analyzers</a:t>
            </a:r>
          </a:p>
          <a:p>
            <a:endParaRPr lang="en-US" dirty="0"/>
          </a:p>
          <a:p>
            <a:r>
              <a:rPr lang="en-US" dirty="0"/>
              <a:t>Sensor signals from metal-oxide gas sensors (PT08.S1–PT08.S5)</a:t>
            </a:r>
          </a:p>
          <a:p>
            <a:endParaRPr lang="en-US" dirty="0"/>
          </a:p>
          <a:p>
            <a:r>
              <a:rPr lang="en-US" dirty="0"/>
              <a:t>NMHC(GT) excluded due to poor data quality (High missing data)</a:t>
            </a:r>
          </a:p>
        </p:txBody>
      </p:sp>
    </p:spTree>
    <p:extLst>
      <p:ext uri="{BB962C8B-B14F-4D97-AF65-F5344CB8AC3E}">
        <p14:creationId xmlns:p14="http://schemas.microsoft.com/office/powerpoint/2010/main" val="311201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06FAA8-DCAD-4C65-93A9-E2D2ED25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5" y="2128974"/>
            <a:ext cx="11867949" cy="3126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345383-57E6-48AA-831F-D700BA16A315}"/>
              </a:ext>
            </a:extLst>
          </p:cNvPr>
          <p:cNvSpPr txBox="1"/>
          <p:nvPr/>
        </p:nvSpPr>
        <p:spPr>
          <a:xfrm>
            <a:off x="837398" y="433137"/>
            <a:ext cx="11598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SAMPLE DATASET:</a:t>
            </a:r>
          </a:p>
        </p:txBody>
      </p:sp>
    </p:spTree>
    <p:extLst>
      <p:ext uri="{BB962C8B-B14F-4D97-AF65-F5344CB8AC3E}">
        <p14:creationId xmlns:p14="http://schemas.microsoft.com/office/powerpoint/2010/main" val="361334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C763-3C08-41CC-9D3C-ECC756F2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2081D-7172-4C94-BB0A-0B5702A97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Removed irrelevant and empty columns</a:t>
            </a:r>
          </a:p>
          <a:p>
            <a:endParaRPr lang="en-US" dirty="0"/>
          </a:p>
          <a:p>
            <a:r>
              <a:rPr lang="en-US" dirty="0"/>
              <a:t>Treated invalid readings (-200) as missing values and replaced with Nan</a:t>
            </a:r>
          </a:p>
          <a:p>
            <a:endParaRPr lang="en-US" dirty="0"/>
          </a:p>
          <a:p>
            <a:r>
              <a:rPr lang="en-US" dirty="0"/>
              <a:t>Used median to replace Nan for skewed sensor data and pollutants</a:t>
            </a:r>
          </a:p>
          <a:p>
            <a:endParaRPr lang="en-US" dirty="0"/>
          </a:p>
          <a:p>
            <a:r>
              <a:rPr lang="en-US" dirty="0"/>
              <a:t>Used mean for environmental variables</a:t>
            </a:r>
          </a:p>
          <a:p>
            <a:endParaRPr lang="en-US" dirty="0"/>
          </a:p>
          <a:p>
            <a:r>
              <a:rPr lang="en-US" dirty="0"/>
              <a:t>Created a clean, model-ready dataset for ML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1087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A81F-5C97-46E6-9392-F9F2E265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CEBF1-524B-4969-8266-D3655148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Benzene shows compact and stable distribution</a:t>
            </a:r>
          </a:p>
          <a:p>
            <a:endParaRPr lang="en-US" dirty="0"/>
          </a:p>
          <a:p>
            <a:r>
              <a:rPr lang="en-US" dirty="0"/>
              <a:t>NOx exhibits high variability and heavy-tailed behavior</a:t>
            </a:r>
          </a:p>
          <a:p>
            <a:endParaRPr lang="en-US" dirty="0"/>
          </a:p>
          <a:p>
            <a:r>
              <a:rPr lang="en-US" dirty="0"/>
              <a:t>Sensor signals are skewed and non-Gaussian</a:t>
            </a:r>
          </a:p>
          <a:p>
            <a:endParaRPr lang="en-US" dirty="0"/>
          </a:p>
          <a:p>
            <a:r>
              <a:rPr lang="en-US" dirty="0"/>
              <a:t>Clear differences in sensor sensitivity across pollutants</a:t>
            </a:r>
          </a:p>
          <a:p>
            <a:endParaRPr lang="en-US" dirty="0"/>
          </a:p>
          <a:p>
            <a:r>
              <a:rPr lang="en-US" dirty="0"/>
              <a:t>Insights guided model choice and evaluation expectations</a:t>
            </a:r>
          </a:p>
        </p:txBody>
      </p:sp>
    </p:spTree>
    <p:extLst>
      <p:ext uri="{BB962C8B-B14F-4D97-AF65-F5344CB8AC3E}">
        <p14:creationId xmlns:p14="http://schemas.microsoft.com/office/powerpoint/2010/main" val="210141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FD8C-43B9-4234-9D83-F62A692C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B2C4-0111-41D4-9809-ABF8F04FA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Selected Support Vector Regression for robustness to noise</a:t>
            </a:r>
          </a:p>
          <a:p>
            <a:endParaRPr lang="en-US" dirty="0"/>
          </a:p>
          <a:p>
            <a:r>
              <a:rPr lang="en-US" dirty="0"/>
              <a:t>Linear SVR used as baseline model</a:t>
            </a:r>
          </a:p>
          <a:p>
            <a:endParaRPr lang="en-US" dirty="0"/>
          </a:p>
          <a:p>
            <a:r>
              <a:rPr lang="en-US" dirty="0"/>
              <a:t>RBF kernel used to capture non-linear sensor behavior</a:t>
            </a:r>
          </a:p>
          <a:p>
            <a:endParaRPr lang="en-US" dirty="0"/>
          </a:p>
          <a:p>
            <a:r>
              <a:rPr lang="en-US" dirty="0"/>
              <a:t>Feature scaling applied due to distance-based learning</a:t>
            </a:r>
          </a:p>
          <a:p>
            <a:endParaRPr lang="en-US" dirty="0"/>
          </a:p>
          <a:p>
            <a:r>
              <a:rPr lang="en-US" dirty="0"/>
              <a:t>Same modeling pipeline used across all target pollutants</a:t>
            </a:r>
          </a:p>
        </p:txBody>
      </p:sp>
    </p:spTree>
    <p:extLst>
      <p:ext uri="{BB962C8B-B14F-4D97-AF65-F5344CB8AC3E}">
        <p14:creationId xmlns:p14="http://schemas.microsoft.com/office/powerpoint/2010/main" val="135862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6061-41BF-4385-A59D-EEC98A65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1586-6FC0-4297-ADB2-2A7B92238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RBF SVR consistently outperformed Linear SVR</a:t>
            </a:r>
          </a:p>
          <a:p>
            <a:endParaRPr lang="en-US" dirty="0"/>
          </a:p>
          <a:p>
            <a:r>
              <a:rPr lang="en-US" dirty="0"/>
              <a:t>Benzene achieved near-perfect predictability</a:t>
            </a:r>
          </a:p>
          <a:p>
            <a:endParaRPr lang="en-US" dirty="0"/>
          </a:p>
          <a:p>
            <a:r>
              <a:rPr lang="en-US" dirty="0"/>
              <a:t>CO and NO2 showed moderate prediction accuracy</a:t>
            </a:r>
          </a:p>
          <a:p>
            <a:endParaRPr lang="en-US" dirty="0"/>
          </a:p>
          <a:p>
            <a:r>
              <a:rPr lang="en-US" dirty="0"/>
              <a:t>NOx had the highest error due to chemical complexity</a:t>
            </a:r>
          </a:p>
          <a:p>
            <a:endParaRPr lang="en-US" dirty="0"/>
          </a:p>
          <a:p>
            <a:r>
              <a:rPr lang="en-US" dirty="0"/>
              <a:t>Performance differences reflect sensor–pollutant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2734F-9F29-4307-B72E-910BB58A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233" y="2214393"/>
            <a:ext cx="5000844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B208-E21F-496C-88B3-CED65FA0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78AF-4A65-424C-B49A-EF469687D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Tuning applied selectively to NOx due to high error</a:t>
            </a:r>
          </a:p>
          <a:p>
            <a:endParaRPr lang="en-US" dirty="0"/>
          </a:p>
          <a:p>
            <a:r>
              <a:rPr lang="en-US" dirty="0"/>
              <a:t>Focused on improving robustness under noisy conditions</a:t>
            </a:r>
          </a:p>
          <a:p>
            <a:endParaRPr lang="en-US" dirty="0"/>
          </a:p>
          <a:p>
            <a:r>
              <a:rPr lang="en-US" dirty="0"/>
              <a:t>Single-parameter tuning performed to avoid overfitting</a:t>
            </a:r>
          </a:p>
          <a:p>
            <a:endParaRPr lang="en-US" dirty="0"/>
          </a:p>
          <a:p>
            <a:r>
              <a:rPr lang="en-US" dirty="0"/>
              <a:t>Modest error reduction observed</a:t>
            </a:r>
          </a:p>
          <a:p>
            <a:endParaRPr lang="en-US" dirty="0"/>
          </a:p>
          <a:p>
            <a:r>
              <a:rPr lang="en-US" dirty="0"/>
              <a:t>Results highlight limits of ML with noisy sensor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6407-B978-425E-A12C-61C6F3D03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29906"/>
            <a:ext cx="5080683" cy="32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2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77C0-BA69-498A-9009-64271A56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ED9A8-840C-4B14-8B23-6A01574E7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0" y="2150879"/>
            <a:ext cx="5572001" cy="33740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8014C-A3A0-46D1-A33E-E8B70C983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0879"/>
            <a:ext cx="5777340" cy="33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F8A0-448E-4405-AFD3-7684577D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9E279-053E-4EA3-A434-B1B31CAC2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SVR effectively models non-linear sensor-pollutant relationships</a:t>
            </a:r>
          </a:p>
          <a:p>
            <a:endParaRPr lang="en-US" dirty="0"/>
          </a:p>
          <a:p>
            <a:r>
              <a:rPr lang="en-US" dirty="0"/>
              <a:t>Strong performance depends on sensor sensitivity</a:t>
            </a:r>
          </a:p>
          <a:p>
            <a:endParaRPr lang="en-US" dirty="0"/>
          </a:p>
          <a:p>
            <a:r>
              <a:rPr lang="en-US" dirty="0"/>
              <a:t>Benzene is highly predictable; NOx remains challenging</a:t>
            </a:r>
          </a:p>
          <a:p>
            <a:endParaRPr lang="en-US" dirty="0"/>
          </a:p>
          <a:p>
            <a:r>
              <a:rPr lang="en-US" dirty="0"/>
              <a:t>ML cannot fully overcome sensor noise limitations</a:t>
            </a:r>
          </a:p>
          <a:p>
            <a:endParaRPr lang="en-US" dirty="0"/>
          </a:p>
          <a:p>
            <a:r>
              <a:rPr lang="en-US" dirty="0"/>
              <a:t>Project demonstrates both capability and realism in applied ML</a:t>
            </a:r>
          </a:p>
        </p:txBody>
      </p:sp>
    </p:spTree>
    <p:extLst>
      <p:ext uri="{BB962C8B-B14F-4D97-AF65-F5344CB8AC3E}">
        <p14:creationId xmlns:p14="http://schemas.microsoft.com/office/powerpoint/2010/main" val="9038594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391</TotalTime>
  <Words>363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Air Quality Prediction Using Support Vector Regression</vt:lpstr>
      <vt:lpstr>Problem Overview:</vt:lpstr>
      <vt:lpstr>Dataset overview:</vt:lpstr>
      <vt:lpstr>PowerPoint Presentation</vt:lpstr>
      <vt:lpstr>Data wrangling</vt:lpstr>
      <vt:lpstr>Exploratory Insights</vt:lpstr>
      <vt:lpstr>Model Choice</vt:lpstr>
      <vt:lpstr>Model Performance Summary</vt:lpstr>
      <vt:lpstr>Hyperparameter Tuning</vt:lpstr>
      <vt:lpstr>Power BI Dashboard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Prediction Using Support Vector Regression</dc:title>
  <dc:creator>KUMAR K, SANTHOSH</dc:creator>
  <cp:lastModifiedBy>KUMAR K, SANTHOSH</cp:lastModifiedBy>
  <cp:revision>6</cp:revision>
  <dcterms:created xsi:type="dcterms:W3CDTF">2025-12-29T07:40:10Z</dcterms:created>
  <dcterms:modified xsi:type="dcterms:W3CDTF">2025-12-29T14:11:57Z</dcterms:modified>
</cp:coreProperties>
</file>